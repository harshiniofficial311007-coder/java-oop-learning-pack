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Java Object-Oriented Concepts Learning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Capstone 43</a:t>
            </a:r>
          </a:p>
          <a:p>
            <a:pPr>
              <a:defRPr sz="2400"/>
            </a:pPr>
            <a:r>
              <a:t>Target audience: Second-year CSE students</a:t>
            </a:r>
          </a:p>
          <a:p>
            <a:pPr>
              <a:defRPr sz="2400"/>
            </a:pPr>
            <a:r>
              <a:t>Prepared by: Harshini G. | Register No.: 410725104097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Project Question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How can AI help teach OOP ideas with clear examples and exercises?</a:t>
            </a:r>
          </a:p>
          <a:p>
            <a:pPr>
              <a:defRPr sz="2400"/>
            </a:pPr>
            <a:r>
              <a:t>Explain core concepts in beginner-friendly language</a:t>
            </a:r>
          </a:p>
          <a:p>
            <a:pPr>
              <a:defRPr sz="2400"/>
            </a:pPr>
            <a:r>
              <a:t>Provide runnable Java examples, diagrams, exercises and a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Organizes software around classes and objects</a:t>
            </a:r>
          </a:p>
          <a:p>
            <a:pPr>
              <a:defRPr sz="2400"/>
            </a:pPr>
            <a:r>
              <a:t>Classes define state and behavior; objects are instances</a:t>
            </a:r>
          </a:p>
          <a:p>
            <a:pPr>
              <a:defRPr sz="2400"/>
            </a:pPr>
            <a:r>
              <a:t>Benefits include clearer structure, reuse and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Eight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 and object</a:t>
            </a:r>
          </a:p>
          <a:p>
            <a:pPr>
              <a:defRPr sz="2400"/>
            </a:pPr>
            <a:r>
              <a:t>Encapsulation and abstraction</a:t>
            </a:r>
          </a:p>
          <a:p>
            <a:pPr>
              <a:defRPr sz="2400"/>
            </a:pPr>
            <a:r>
              <a:t>Inheritance and polymorphism</a:t>
            </a:r>
          </a:p>
          <a:p>
            <a:pPr>
              <a:defRPr sz="2400"/>
            </a:pPr>
            <a:r>
              <a:t>Interfaces and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Practical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Ten standalone Java programs</a:t>
            </a:r>
          </a:p>
          <a:p>
            <a:pPr>
              <a:defRPr sz="2400"/>
            </a:pPr>
            <a:r>
              <a:t>Constructors, this, overloading and overriding</a:t>
            </a:r>
          </a:p>
          <a:p>
            <a:pPr>
              <a:defRPr sz="2400"/>
            </a:pPr>
            <a:r>
              <a:t>Abstract classes, interfaces, composition, static and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Learning and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20 exercises with model solutions</a:t>
            </a:r>
          </a:p>
          <a:p>
            <a:pPr>
              <a:defRPr sz="2400"/>
            </a:pPr>
            <a:r>
              <a:t>15-question quiz and answer key</a:t>
            </a:r>
          </a:p>
          <a:p>
            <a:pPr>
              <a:defRPr sz="2400"/>
            </a:pPr>
            <a:r>
              <a:t>Run each example in a browser compiler</a:t>
            </a:r>
          </a:p>
          <a:p>
            <a:pPr>
              <a:defRPr sz="2400"/>
            </a:pPr>
            <a:r>
              <a:t>Check explanations against Oracle and Dev.java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 and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AI as a tutor, not as an unquestioned authority</a:t>
            </a:r>
          </a:p>
          <a:p>
            <a:pPr>
              <a:defRPr sz="2400"/>
            </a:pPr>
            <a:r>
              <a:t>Document prompts, corrections and actual test results</a:t>
            </a:r>
          </a:p>
          <a:p>
            <a:pPr>
              <a:defRPr sz="2400"/>
            </a:pPr>
            <a:r>
              <a:t>Repository includes notes, code, diagrams and evaluation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